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数据入驻项目交付节点流程图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596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4924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上线阶段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 需求确认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第1-2天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M2 技术方案讨论
</a:t>
            </a:r>
            <a:r>
              <a:rPr lang="en-US" sz="8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2084832"/>
            <a:ext cx="0" cy="38404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4028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68721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M6 标注规范确认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0280" y="29718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74679" y="3017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M7 人工打标完成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第6-16天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3192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6319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限审并发完成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1920" y="19202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6319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M9 数据回标完成
</a:t>
            </a:r>
            <a:r>
              <a:rPr lang="en-US" sz="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第6-16天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82221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M5 数据清洗完成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第7-19天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31920" y="33832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58368" y="3429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M8 数据合并完成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第0-22天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3774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10896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440" y="1234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数据填入完成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第3-24天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23560" y="23774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40064" y="2423160"/>
            <a:ext cx="11926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M10 可视化数完成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第8-27天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1089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23560" y="3154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M11 数据巡查
</a:t>
            </a:r>
            <a:r>
              <a:rPr lang="en-US" sz="8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第28天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2950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29500" y="139446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M12 正式上线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第29天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29500" y="340614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29500" y="34975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M13 运维移交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第30天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818120" y="2084832"/>
            <a:ext cx="0" cy="1316736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44752" y="169164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44752" y="2697480"/>
            <a:ext cx="795528" cy="5029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46120" y="320040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9400" y="1417320"/>
            <a:ext cx="795528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333756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图例说明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463040" y="4480560"/>
            <a:ext cx="164592" cy="16459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7335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星标节点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46888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7472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503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48056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69087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69280" y="4544568"/>
            <a:ext cx="32004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3504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75120" y="4544568"/>
            <a:ext cx="3200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408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普通连线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800" b="1" dirty="0" err="1">
                <a:solidFill>
                  <a:srgbClr val="333333"/>
                </a:solidFill>
                <a:latin typeface="Microsoft YaHei"/>
              </a:rPr>
              <a:t>需求</a:t>
            </a:r>
            <a:r>
              <a:rPr lang="en-US" b="1" dirty="0" err="1">
                <a:solidFill>
                  <a:srgbClr val="333333"/>
                </a:solidFill>
                <a:latin typeface="Microsoft YaHei"/>
              </a:rPr>
              <a:t>增加</a:t>
            </a:r>
            <a:r>
              <a:rPr sz="1800" b="1" dirty="0" err="1">
                <a:solidFill>
                  <a:srgbClr val="333333"/>
                </a:solidFill>
                <a:latin typeface="Microsoft YaHei"/>
              </a:rPr>
              <a:t>交付节点流程图</a:t>
            </a:r>
            <a:endParaRPr sz="1800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596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4924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启动阶段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需求A阶段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需求A上线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需求B阶段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上线验收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M1 启动排期确认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第1天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FF6600"/>
                </a:solidFill>
                <a:latin typeface="Microsoft YaHei"/>
              </a:rPr>
              <a:t>M2 需求范围冻结
</a:t>
            </a:r>
            <a:r>
              <a:rPr sz="800">
                <a:solidFill>
                  <a:srgbClr val="FF6600"/>
                </a:solidFill>
                <a:latin typeface="Microsoft YaHei"/>
              </a:rPr>
              <a:t>第2-3天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2084832"/>
            <a:ext cx="0" cy="38404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4028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68721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70AD47"/>
                </a:solidFill>
                <a:latin typeface="Microsoft YaHei"/>
              </a:rPr>
              <a:t>M3 </a:t>
            </a:r>
            <a:r>
              <a:rPr sz="900" dirty="0" err="1">
                <a:solidFill>
                  <a:srgbClr val="70AD47"/>
                </a:solidFill>
                <a:latin typeface="Microsoft YaHei"/>
              </a:rPr>
              <a:t>角色权限确认</a:t>
            </a:r>
            <a:r>
              <a:rPr sz="900" dirty="0">
                <a:solidFill>
                  <a:srgbClr val="70AD47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70AD47"/>
                </a:solidFill>
                <a:latin typeface="Microsoft YaHei"/>
              </a:rPr>
              <a:t>第3-4天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0280" y="29718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74679" y="3017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M4 标签功能开发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第2周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3192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6319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4472C4"/>
                </a:solidFill>
                <a:latin typeface="Microsoft YaHei"/>
              </a:rPr>
              <a:t>M5 </a:t>
            </a:r>
            <a:r>
              <a:rPr sz="900" dirty="0" err="1">
                <a:solidFill>
                  <a:srgbClr val="4472C4"/>
                </a:solidFill>
                <a:latin typeface="Microsoft YaHei"/>
              </a:rPr>
              <a:t>标签联调完成</a:t>
            </a:r>
            <a:r>
              <a:rPr sz="900" dirty="0">
                <a:solidFill>
                  <a:srgbClr val="4472C4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4472C4"/>
                </a:solidFill>
                <a:latin typeface="Microsoft YaHei"/>
              </a:rPr>
              <a:t>第3周前半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1920" y="19202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6319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C00000"/>
                </a:solidFill>
                <a:latin typeface="Microsoft YaHei"/>
              </a:rPr>
              <a:t>M6 标签UAT通过
</a:t>
            </a:r>
            <a:r>
              <a:rPr sz="800">
                <a:solidFill>
                  <a:srgbClr val="C00000"/>
                </a:solidFill>
                <a:latin typeface="Microsoft YaHei"/>
              </a:rPr>
              <a:t>第3周(5次x1h)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82221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M7 需求A上线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第3周末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31920" y="33832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58368" y="3429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M8 动态日更方案确认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第4周初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3774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10896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440" y="1234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4472C4"/>
                </a:solidFill>
                <a:latin typeface="Microsoft YaHei"/>
              </a:rPr>
              <a:t>M9 动态同步开发
</a:t>
            </a:r>
            <a:r>
              <a:rPr sz="800">
                <a:solidFill>
                  <a:srgbClr val="4472C4"/>
                </a:solidFill>
                <a:latin typeface="Microsoft YaHei"/>
              </a:rPr>
              <a:t>第4周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23560" y="23774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40064" y="2423160"/>
            <a:ext cx="11926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70AD47"/>
                </a:solidFill>
                <a:latin typeface="Microsoft YaHei"/>
              </a:rPr>
              <a:t>M10 动态联调完成
</a:t>
            </a:r>
            <a:r>
              <a:rPr sz="800">
                <a:solidFill>
                  <a:srgbClr val="70AD47"/>
                </a:solidFill>
                <a:latin typeface="Microsoft YaHei"/>
              </a:rPr>
              <a:t>第5周前半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1089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23560" y="3154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>
                <a:solidFill>
                  <a:srgbClr val="FF6600"/>
                </a:solidFill>
                <a:latin typeface="Microsoft YaHei"/>
              </a:rPr>
              <a:t>M11 需求B UAT通过
</a:t>
            </a:r>
            <a:r>
              <a:rPr sz="800">
                <a:solidFill>
                  <a:srgbClr val="FF6600"/>
                </a:solidFill>
                <a:latin typeface="Microsoft YaHei"/>
              </a:rPr>
              <a:t>第5周(5次x1h)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2950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2950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4472C4"/>
                </a:solidFill>
                <a:latin typeface="Microsoft YaHei"/>
              </a:rPr>
              <a:t>M12 </a:t>
            </a:r>
            <a:r>
              <a:rPr sz="900" dirty="0" err="1">
                <a:solidFill>
                  <a:srgbClr val="4472C4"/>
                </a:solidFill>
                <a:latin typeface="Microsoft YaHei"/>
              </a:rPr>
              <a:t>需求B上线</a:t>
            </a:r>
            <a:r>
              <a:rPr sz="900" dirty="0">
                <a:solidFill>
                  <a:srgbClr val="4472C4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4472C4"/>
                </a:solidFill>
                <a:latin typeface="Microsoft YaHei"/>
              </a:rPr>
              <a:t>第5周末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29500" y="340614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29500" y="3529384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dirty="0">
                <a:solidFill>
                  <a:srgbClr val="4472C4"/>
                </a:solidFill>
                <a:latin typeface="Microsoft YaHei"/>
              </a:rPr>
              <a:t>M13 </a:t>
            </a:r>
            <a:r>
              <a:rPr sz="900" dirty="0" err="1">
                <a:solidFill>
                  <a:srgbClr val="4472C4"/>
                </a:solidFill>
                <a:latin typeface="Microsoft YaHei"/>
              </a:rPr>
              <a:t>稳态交付验收</a:t>
            </a:r>
            <a:r>
              <a:rPr sz="900" dirty="0">
                <a:solidFill>
                  <a:srgbClr val="4472C4"/>
                </a:solidFill>
                <a:latin typeface="Microsoft YaHei"/>
              </a:rPr>
              <a:t>
</a:t>
            </a:r>
            <a:r>
              <a:rPr sz="800" dirty="0">
                <a:solidFill>
                  <a:srgbClr val="4472C4"/>
                </a:solidFill>
                <a:latin typeface="Microsoft YaHei"/>
              </a:rPr>
              <a:t>第6周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818120" y="2084832"/>
            <a:ext cx="0" cy="1316736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44752" y="169164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44752" y="2697480"/>
            <a:ext cx="795528" cy="5029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46120" y="320040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9400" y="1417320"/>
            <a:ext cx="795528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333756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图例说明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463040" y="4480560"/>
            <a:ext cx="164592" cy="16459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7335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星标节点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46888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7472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503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48056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69087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69280" y="4544568"/>
            <a:ext cx="32004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3504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75120" y="4544568"/>
            <a:ext cx="3200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408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普通连线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211</Words>
  <Application>Microsoft Macintosh PowerPoint</Application>
  <PresentationFormat>全屏显示(16:9)</PresentationFormat>
  <Paragraphs>54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SaaS平台数据入驻项目交付节点流程图</dc:title>
  <dc:subject>PptxGenJS Presentation</dc:subject>
  <dc:creator>Flowchart Converter</dc:creator>
  <cp:lastModifiedBy>Will</cp:lastModifiedBy>
  <cp:revision>3</cp:revision>
  <dcterms:created xsi:type="dcterms:W3CDTF">2026-02-11T02:26:44Z</dcterms:created>
  <dcterms:modified xsi:type="dcterms:W3CDTF">2026-02-24T11:17:43Z</dcterms:modified>
</cp:coreProperties>
</file>