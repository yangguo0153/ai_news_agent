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6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311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SaaS平台数据入驻项目交付节点流程图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6596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4924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040880" y="822960"/>
            <a:ext cx="1554480" cy="3474720"/>
          </a:xfrm>
          <a:prstGeom prst="roundRect">
            <a:avLst>
              <a:gd name="adj" fmla="val 5882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启动阶段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96596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开发阶段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4924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040880" y="8647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上线阶段</a:t>
            </a:r>
            <a:endParaRPr lang="en-US" sz="13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2940" y="130302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2940" y="144216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 需求确认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第1-2天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2514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M2 技术方案讨论
</a:t>
            </a:r>
            <a:r>
              <a:rPr lang="en-US" sz="800" dirty="0">
                <a:solidFill>
                  <a:srgbClr val="FF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第3天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51560" y="2084832"/>
            <a:ext cx="0" cy="384048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24028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168721" y="1234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M6 标注规范确认
</a:t>
            </a:r>
            <a:r>
              <a:rPr lang="en-US" sz="8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第4天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40280" y="297180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74679" y="30175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M7 人工打标完成
</a:t>
            </a:r>
            <a:r>
              <a:rPr lang="en-US" sz="8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第6-16天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93192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866319" y="12344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 限审并发完成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第4天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931920" y="192024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66319" y="19659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M9 数据回标完成
</a:t>
            </a:r>
            <a:r>
              <a:rPr lang="en-US" sz="8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第6-16天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931920" y="265176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882221" y="26974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M5 数据清洗完成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第7-19天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931920" y="338328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858368" y="34290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M8 数据合并完成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第0-22天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434840" y="237744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434840" y="310896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623560" y="118872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577440" y="123444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M3 数据填入完成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第3-24天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623560" y="237744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540064" y="2423160"/>
            <a:ext cx="119269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M10 可视化数完成
</a:t>
            </a:r>
            <a:r>
              <a:rPr lang="en-US" sz="800" dirty="0">
                <a:solidFill>
                  <a:srgbClr val="70AD4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第8-27天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23560" y="3108960"/>
            <a:ext cx="100584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23560" y="3154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M11 数据巡查
</a:t>
            </a:r>
            <a:r>
              <a:rPr lang="en-US" sz="800" dirty="0">
                <a:solidFill>
                  <a:srgbClr val="FF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第28天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26480" y="2834640"/>
            <a:ext cx="0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429500" y="130302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29500" y="139446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M12 正式上线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第29天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429500" y="3406140"/>
            <a:ext cx="777240" cy="7772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29500" y="349758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M13 运维移交
</a:t>
            </a:r>
            <a:r>
              <a:rPr lang="en-US" sz="800" dirty="0">
                <a:solidFill>
                  <a:srgbClr val="4472C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第30天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818120" y="2084832"/>
            <a:ext cx="0" cy="1316736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444752" y="1691640"/>
            <a:ext cx="795528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444752" y="2697480"/>
            <a:ext cx="795528" cy="5029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246120" y="141732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246120" y="320040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937760" y="1417320"/>
            <a:ext cx="6858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629400" y="1417320"/>
            <a:ext cx="795528" cy="27432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629400" y="3337560"/>
            <a:ext cx="795528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57200" y="44348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图例说明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463040" y="4480560"/>
            <a:ext cx="164592" cy="164592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67335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星标节点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246888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67919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47472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68503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内部节点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480560" y="4480560"/>
            <a:ext cx="164592" cy="164592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690872" y="4434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材料节点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669280" y="4544568"/>
            <a:ext cx="32004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035040" y="4434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关联线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675120" y="4544568"/>
            <a:ext cx="3200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040880" y="4434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普通连线</a:t>
            </a:r>
            <a:endParaRPr 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</Words>
  <Application>Microsoft Macintosh PowerPoint</Application>
  <PresentationFormat>全屏显示(16:9)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SaaS平台数据入驻项目交付节点流程图</dc:title>
  <dc:subject>PptxGenJS Presentation</dc:subject>
  <dc:creator>Flowchart Converter</dc:creator>
  <cp:lastModifiedBy>Will</cp:lastModifiedBy>
  <cp:revision>2</cp:revision>
  <dcterms:created xsi:type="dcterms:W3CDTF">2026-02-11T02:26:44Z</dcterms:created>
  <dcterms:modified xsi:type="dcterms:W3CDTF">2026-02-11T02:29:18Z</dcterms:modified>
</cp:coreProperties>
</file>